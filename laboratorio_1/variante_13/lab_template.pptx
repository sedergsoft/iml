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774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Тема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3600"/>
            <a:ext cx="85206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Фамилия И.О., группа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Вариант N-NN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10450" y="4686374"/>
            <a:ext cx="812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" sz="1800"/>
              <a:t>23</a:t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ab_logo.png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474" y="47899"/>
            <a:ext cx="1085755" cy="1219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phi.jpg"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50" y="95800"/>
            <a:ext cx="1240423" cy="121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60" name="Google Shape;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9112" y="95800"/>
            <a:ext cx="5235976" cy="8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2743825" y="860025"/>
            <a:ext cx="37989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</a:rPr>
              <a:t>Курс “Машинное обучение”</a:t>
            </a:r>
            <a:endParaRPr i="0" sz="1800" u="none" cap="none" strike="noStrike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Лабораторная работа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Исходные данные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Приводится описание исходных данных, объем выборки, число признаков, число классов, визуализация (при возможности) и т.д.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Используемые методы и формулы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Приводятся основные формулы используемых методов, формулы для расчета показателей, иллюстрации (при возможности) и т.д.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Результаты исследований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Приводятся результаты исследований в соответствии с заданиями в форме графиков, таблиц, значений показателей и т.д.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Приводятся выводы по результатам проведенных исследований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